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38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923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160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9361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077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306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2382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761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622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8167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505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15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48147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28455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64440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2278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703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1CC61-FC0D-4B95-821A-74F51170D50B}" type="datetimeFigureOut">
              <a:rPr lang="ro-RO" smtClean="0"/>
              <a:t>12.03.2026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63006-451C-4472-A4CD-211353BFB23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1951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61C2CCB-7E07-70D0-79A3-8D8F77D15C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Calcul</a:t>
            </a:r>
            <a:r>
              <a:rPr lang="en-US" dirty="0"/>
              <a:t> Neuronal</a:t>
            </a:r>
            <a:endParaRPr lang="ro-RO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5A0896B1-70BA-2567-46A4-E8BC509EC6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Seicean Daiana Emilia</a:t>
            </a:r>
          </a:p>
          <a:p>
            <a:r>
              <a:rPr lang="en-US" dirty="0"/>
              <a:t>Muntean Larisa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9526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CE1C079-50BC-EA42-1A9C-0B7B7A59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r>
              <a:rPr lang="ro-RO" dirty="0" err="1"/>
              <a:t>şi</a:t>
            </a:r>
            <a:r>
              <a:rPr lang="ro-RO" dirty="0"/>
              <a:t> a obiectivului 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E28F1B2-5593-C430-B23C-64D042CBE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09012"/>
            <a:ext cx="10820400" cy="4309674"/>
          </a:xfrm>
        </p:spPr>
        <p:txBody>
          <a:bodyPr/>
          <a:lstStyle/>
          <a:p>
            <a:pPr marL="0" indent="0">
              <a:buNone/>
            </a:pPr>
            <a:r>
              <a:rPr lang="ro-RO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Sursa: http://archive.ics.uci.edu/dataset/1/abalone</a:t>
            </a:r>
          </a:p>
          <a:p>
            <a:pPr marL="0" indent="0">
              <a:buNone/>
            </a:pPr>
            <a:r>
              <a:rPr lang="ro-RO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Definirea problemei:</a:t>
            </a:r>
            <a:br>
              <a:rPr lang="ro-RO" dirty="0">
                <a:latin typeface="Aptos" panose="020B0004020202020204" pitchFamily="34" charset="0"/>
              </a:rPr>
            </a:br>
            <a:r>
              <a:rPr lang="ro-RO" dirty="0">
                <a:latin typeface="Aptos" panose="020B0004020202020204" pitchFamily="34" charset="0"/>
              </a:rPr>
              <a:t>Estimarea vârstei unei moluște (regresie) pe baza caracteristicilor sale fizice, precum lungimea, diametrul, înălțimea și greutatea, folosind date din </a:t>
            </a:r>
            <a:r>
              <a:rPr lang="ro-RO" b="1" dirty="0" err="1">
                <a:latin typeface="Aptos" panose="020B0004020202020204" pitchFamily="34" charset="0"/>
              </a:rPr>
              <a:t>Abalone</a:t>
            </a:r>
            <a:r>
              <a:rPr lang="ro-RO" b="1" dirty="0">
                <a:latin typeface="Aptos" panose="020B0004020202020204" pitchFamily="34" charset="0"/>
              </a:rPr>
              <a:t> </a:t>
            </a:r>
            <a:r>
              <a:rPr lang="ro-RO" b="1" dirty="0" err="1">
                <a:latin typeface="Aptos" panose="020B0004020202020204" pitchFamily="34" charset="0"/>
              </a:rPr>
              <a:t>Dataset</a:t>
            </a:r>
            <a:r>
              <a:rPr lang="ro-RO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o-RO" dirty="0">
                <a:latin typeface="Aptos" panose="020B0004020202020204" pitchFamily="34" charset="0"/>
              </a:rPr>
              <a:t>Pentru a automatiza acest proces, putem folosi metode din </a:t>
            </a:r>
            <a:r>
              <a:rPr lang="ro-RO" b="1" dirty="0">
                <a:latin typeface="Aptos" panose="020B0004020202020204" pitchFamily="34" charset="0"/>
              </a:rPr>
              <a:t>Deep </a:t>
            </a:r>
            <a:r>
              <a:rPr lang="ro-RO" b="1" dirty="0" err="1">
                <a:latin typeface="Aptos" panose="020B0004020202020204" pitchFamily="34" charset="0"/>
              </a:rPr>
              <a:t>Learning</a:t>
            </a:r>
            <a:r>
              <a:rPr lang="ro-RO" dirty="0">
                <a:latin typeface="Aptos" panose="020B0004020202020204" pitchFamily="34" charset="0"/>
              </a:rPr>
              <a:t> pentru a estima vârsta pe baza caracteristicilor fizice ale moluștei.</a:t>
            </a:r>
          </a:p>
          <a:p>
            <a:pPr marL="0" indent="0">
              <a:buNone/>
            </a:pPr>
            <a:endParaRPr lang="ro-RO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o-RO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Obiectivul proiectului:</a:t>
            </a:r>
            <a:br>
              <a:rPr lang="ro-RO" dirty="0">
                <a:latin typeface="Aptos" panose="020B0004020202020204" pitchFamily="34" charset="0"/>
              </a:rPr>
            </a:br>
            <a:r>
              <a:rPr lang="ro-RO" dirty="0">
                <a:latin typeface="Aptos" panose="020B0004020202020204" pitchFamily="34" charset="0"/>
              </a:rPr>
              <a:t>Realizarea unui model de Calcul neuronal în </a:t>
            </a:r>
            <a:r>
              <a:rPr lang="ro-RO" dirty="0" err="1">
                <a:latin typeface="Aptos" panose="020B0004020202020204" pitchFamily="34" charset="0"/>
              </a:rPr>
              <a:t>Python</a:t>
            </a:r>
            <a:r>
              <a:rPr lang="ro-RO" dirty="0">
                <a:latin typeface="Aptos" panose="020B0004020202020204" pitchFamily="34" charset="0"/>
              </a:rPr>
              <a:t> care să estimeze vârsta moluștei pe baza acestor caracteristici fizice.</a:t>
            </a:r>
          </a:p>
          <a:p>
            <a:endParaRPr lang="ro-RO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29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583AAD6-774F-6E5D-1D5E-1E19A9BD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Descriere set de date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216C700-75D7-4989-3B0C-011450CBF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ro-RO" sz="2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4177 </a:t>
            </a:r>
            <a:r>
              <a:rPr lang="ro-RO" sz="2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instanţe</a:t>
            </a:r>
            <a:endParaRPr lang="ro-RO" sz="2600" b="1" dirty="0">
              <a:solidFill>
                <a:schemeClr val="accent3">
                  <a:lumMod val="60000"/>
                  <a:lumOff val="40000"/>
                </a:schemeClr>
              </a:solidFill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ro-RO" sz="2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8 atribute</a:t>
            </a:r>
          </a:p>
          <a:p>
            <a:pPr marL="0" indent="0">
              <a:buNone/>
            </a:pPr>
            <a:r>
              <a:rPr lang="ro-RO" b="1" dirty="0">
                <a:solidFill>
                  <a:srgbClr val="FFC000"/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Variabilele descriu caracteristicile fizice ale moluștei(input):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sex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lungime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diametru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Înălțime</a:t>
            </a: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ro-RO" sz="2400" b="1" dirty="0">
                <a:solidFill>
                  <a:schemeClr val="accent3">
                    <a:lumMod val="75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Date output: </a:t>
            </a:r>
            <a:r>
              <a:rPr lang="ro-RO" dirty="0" err="1">
                <a:latin typeface="Aptos" panose="020B0004020202020204" pitchFamily="34" charset="0"/>
                <a:cs typeface="Aharoni" panose="02010803020104030203" pitchFamily="2" charset="-79"/>
              </a:rPr>
              <a:t>Rings</a:t>
            </a:r>
            <a:r>
              <a:rPr lang="ro-RO" sz="1800" dirty="0">
                <a:latin typeface="Aptos" panose="020B0004020202020204" pitchFamily="34" charset="0"/>
                <a:cs typeface="Aharoni" panose="02010803020104030203" pitchFamily="2" charset="-79"/>
              </a:rPr>
              <a:t>(</a:t>
            </a:r>
            <a:r>
              <a:rPr lang="ro-RO" sz="1800" dirty="0"/>
              <a:t>Vârsta ≈ </a:t>
            </a:r>
            <a:r>
              <a:rPr lang="ro-RO" sz="1800" dirty="0" err="1"/>
              <a:t>Rings</a:t>
            </a:r>
            <a:r>
              <a:rPr lang="ro-RO" sz="1800" dirty="0"/>
              <a:t> + 1.5 ani</a:t>
            </a:r>
            <a:r>
              <a:rPr lang="ro-RO" sz="1800" dirty="0">
                <a:latin typeface="Aptos" panose="020B0004020202020204" pitchFamily="34" charset="0"/>
                <a:cs typeface="Aharoni" panose="02010803020104030203" pitchFamily="2" charset="-79"/>
              </a:rPr>
              <a:t>)</a:t>
            </a:r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totală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carne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viscere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cochilie</a:t>
            </a:r>
          </a:p>
        </p:txBody>
      </p:sp>
    </p:spTree>
    <p:extLst>
      <p:ext uri="{BB962C8B-B14F-4D97-AF65-F5344CB8AC3E}">
        <p14:creationId xmlns:p14="http://schemas.microsoft.com/office/powerpoint/2010/main" val="51776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BC5778A-1D07-70BC-DFEF-83ABD445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Abordare propusă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A02A9A-F12E-4321-0F55-4E90F4BF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52352"/>
            <a:ext cx="108204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o-RO" altLang="ro-RO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Implementarea modelului în </a:t>
            </a:r>
            <a:r>
              <a:rPr lang="ro-RO" altLang="ro-RO" sz="28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Python</a:t>
            </a: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Utilizarea unei </a:t>
            </a:r>
            <a:r>
              <a:rPr kumimoji="0" lang="ro-RO" altLang="ro-RO" sz="28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Reţele</a:t>
            </a: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 Neuronale 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pentru e</a:t>
            </a:r>
            <a:r>
              <a:rPr lang="ro-RO" sz="2800" dirty="0">
                <a:solidFill>
                  <a:schemeClr val="accent3">
                    <a:lumMod val="75000"/>
                  </a:schemeClr>
                </a:solidFill>
                <a:latin typeface="Aptos" panose="020B0004020202020204" pitchFamily="34" charset="0"/>
              </a:rPr>
              <a:t>stimarea vârstei unei moluște (</a:t>
            </a:r>
            <a:r>
              <a:rPr lang="ro-RO" sz="2800" dirty="0" err="1">
                <a:solidFill>
                  <a:schemeClr val="accent3">
                    <a:lumMod val="75000"/>
                  </a:schemeClr>
                </a:solidFill>
                <a:latin typeface="Aptos" panose="020B0004020202020204" pitchFamily="34" charset="0"/>
              </a:rPr>
              <a:t>abalone</a:t>
            </a:r>
            <a:r>
              <a:rPr lang="ro-RO" sz="2800" dirty="0">
                <a:solidFill>
                  <a:schemeClr val="accent3">
                    <a:lumMod val="75000"/>
                  </a:schemeClr>
                </a:solidFill>
                <a:latin typeface="Aptos" panose="020B0004020202020204" pitchFamily="34" charset="0"/>
              </a:rPr>
              <a:t>) pe baza caracteristicilor sale fizice.</a:t>
            </a: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Implementarea modelului în </a:t>
            </a:r>
            <a:r>
              <a:rPr kumimoji="0" lang="ro-RO" altLang="ro-RO" sz="2800" b="1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Python</a:t>
            </a: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Utilizarea </a:t>
            </a:r>
            <a:r>
              <a:rPr kumimoji="0" lang="ro-RO" altLang="ro-RO" sz="2800" b="1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Abalone</a:t>
            </a:r>
            <a:r>
              <a:rPr kumimoji="0" lang="ro-RO" altLang="ro-RO" sz="2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 </a:t>
            </a:r>
            <a:r>
              <a:rPr kumimoji="0" lang="ro-RO" altLang="ro-RO" sz="2800" b="1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Dataset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 pentru antrenarea modelului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o-RO" altLang="ro-RO" sz="2800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Împărţirea</a:t>
            </a:r>
            <a:r>
              <a:rPr lang="ro-RO" altLang="ro-RO" sz="28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 setului de date: 70%, 15%, 15%</a:t>
            </a:r>
            <a:endParaRPr kumimoji="0" lang="ro-RO" altLang="ro-RO" sz="2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Folosirea unor </a:t>
            </a:r>
            <a:r>
              <a:rPr kumimoji="0" lang="ro-RO" altLang="ro-RO" sz="2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funcţii</a:t>
            </a:r>
            <a:r>
              <a:rPr kumimoji="0" lang="ro-RO" altLang="ro-RO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cs typeface="Aharoni" panose="02010803020104030203" pitchFamily="2" charset="-79"/>
              </a:rPr>
              <a:t> de antrenare</a:t>
            </a:r>
          </a:p>
        </p:txBody>
      </p:sp>
    </p:spTree>
    <p:extLst>
      <p:ext uri="{BB962C8B-B14F-4D97-AF65-F5344CB8AC3E}">
        <p14:creationId xmlns:p14="http://schemas.microsoft.com/office/powerpoint/2010/main" val="407941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902B570-A5D4-1C17-D57E-5027FA8F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Plan de lucru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36A6F36-5EEF-FD64-078F-26EE01793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Prezentare</a:t>
            </a:r>
            <a:r>
              <a:rPr lang="en-US" dirty="0"/>
              <a:t> 1 – s</a:t>
            </a:r>
            <a:r>
              <a:rPr lang="ro-RO" dirty="0" err="1"/>
              <a:t>ăptămânile</a:t>
            </a:r>
            <a:r>
              <a:rPr lang="ro-RO" dirty="0"/>
              <a:t> 4-5</a:t>
            </a:r>
          </a:p>
          <a:p>
            <a:r>
              <a:rPr lang="ro-RO" dirty="0"/>
              <a:t>Descrierea problemei, descriere </a:t>
            </a:r>
            <a:r>
              <a:rPr lang="ro-RO" dirty="0" err="1"/>
              <a:t>dataset</a:t>
            </a: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Prezentare 2 – săptămânile 8-9</a:t>
            </a:r>
          </a:p>
          <a:p>
            <a:r>
              <a:rPr lang="ro-RO" dirty="0" err="1"/>
              <a:t>Matrici</a:t>
            </a:r>
            <a:r>
              <a:rPr lang="ro-RO" dirty="0"/>
              <a:t> </a:t>
            </a:r>
            <a:r>
              <a:rPr lang="ro-RO" dirty="0" err="1"/>
              <a:t>iniţiale+interpretare</a:t>
            </a:r>
            <a:r>
              <a:rPr lang="ro-RO" dirty="0"/>
              <a:t>, experiment complet</a:t>
            </a:r>
          </a:p>
          <a:p>
            <a:endParaRPr lang="ro-RO" dirty="0"/>
          </a:p>
          <a:p>
            <a:pPr marL="0" indent="0">
              <a:buNone/>
            </a:pPr>
            <a:r>
              <a:rPr lang="ro-RO" dirty="0"/>
              <a:t>Prezentare 3-proiect final</a:t>
            </a:r>
          </a:p>
        </p:txBody>
      </p:sp>
    </p:spTree>
    <p:extLst>
      <p:ext uri="{BB962C8B-B14F-4D97-AF65-F5344CB8AC3E}">
        <p14:creationId xmlns:p14="http://schemas.microsoft.com/office/powerpoint/2010/main" val="3467742980"/>
      </p:ext>
    </p:extLst>
  </p:cSld>
  <p:clrMapOvr>
    <a:masterClrMapping/>
  </p:clrMapOvr>
</p:sld>
</file>

<file path=ppt/theme/theme1.xml><?xml version="1.0" encoding="utf-8"?>
<a:theme xmlns:a="http://schemas.openxmlformats.org/drawingml/2006/main" name="Urmă vapori">
  <a:themeElements>
    <a:clrScheme name="Urmă vapori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Urmă vapori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mă vapori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</TotalTime>
  <Words>227</Words>
  <Application>Microsoft Office PowerPoint</Application>
  <PresentationFormat>Ecran lat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5</vt:i4>
      </vt:variant>
    </vt:vector>
  </HeadingPairs>
  <TitlesOfParts>
    <vt:vector size="9" baseType="lpstr">
      <vt:lpstr>Aptos</vt:lpstr>
      <vt:lpstr>Arial</vt:lpstr>
      <vt:lpstr>Century Gothic</vt:lpstr>
      <vt:lpstr>Urmă vapori</vt:lpstr>
      <vt:lpstr>Calcul Neuronal</vt:lpstr>
      <vt:lpstr>Definirea problemei şi a obiectivului </vt:lpstr>
      <vt:lpstr>Descriere set de date</vt:lpstr>
      <vt:lpstr>Abordare propusă</vt:lpstr>
      <vt:lpstr>Plan de lucru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Emilia Seicean</dc:creator>
  <cp:lastModifiedBy>Emilia Seicean</cp:lastModifiedBy>
  <cp:revision>7</cp:revision>
  <dcterms:created xsi:type="dcterms:W3CDTF">2026-03-11T19:34:38Z</dcterms:created>
  <dcterms:modified xsi:type="dcterms:W3CDTF">2026-03-12T15:24:00Z</dcterms:modified>
</cp:coreProperties>
</file>