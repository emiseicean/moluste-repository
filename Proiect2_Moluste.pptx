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18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636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63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79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47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12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96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41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03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882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84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0F630-294C-4C01-B2B4-BD2CE4B23E1E}" type="datetimeFigureOut">
              <a:rPr lang="ro-RO" smtClean="0"/>
              <a:t>09.04.2026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F28E080-BAD5-4541-890C-89275211FA35}" type="slidenum">
              <a:rPr lang="ro-RO" smtClean="0"/>
              <a:t>‹#›</a:t>
            </a:fld>
            <a:endParaRPr lang="ro-RO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8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9BDE160-6E2F-A265-A042-7908F31DC1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Proiect</a:t>
            </a:r>
            <a:r>
              <a:rPr lang="en-US" dirty="0"/>
              <a:t> abalone</a:t>
            </a:r>
            <a:endParaRPr lang="ro-RO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97C67045-A9C4-BD9A-7A75-CA755ED5E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790994" cy="2250164"/>
          </a:xfrm>
        </p:spPr>
        <p:txBody>
          <a:bodyPr>
            <a:normAutofit/>
          </a:bodyPr>
          <a:lstStyle/>
          <a:p>
            <a:r>
              <a:rPr lang="en-US" dirty="0"/>
              <a:t>~Etapa  </a:t>
            </a:r>
            <a:r>
              <a:rPr lang="en-US" dirty="0" err="1"/>
              <a:t>intermediar</a:t>
            </a:r>
            <a:r>
              <a:rPr lang="ro-RO" dirty="0"/>
              <a:t>ă</a:t>
            </a:r>
            <a:r>
              <a:rPr lang="en-US" dirty="0"/>
              <a:t>~</a:t>
            </a:r>
            <a:endParaRPr lang="ro-RO" dirty="0"/>
          </a:p>
          <a:p>
            <a:endParaRPr lang="ro-RO" dirty="0"/>
          </a:p>
          <a:p>
            <a:pPr algn="r"/>
            <a:r>
              <a:rPr lang="ro-RO" dirty="0"/>
              <a:t>Seicean Daiana</a:t>
            </a:r>
          </a:p>
          <a:p>
            <a:pPr algn="r"/>
            <a:r>
              <a:rPr lang="ro-RO" dirty="0"/>
              <a:t>Muntean Larisa</a:t>
            </a:r>
          </a:p>
        </p:txBody>
      </p:sp>
    </p:spTree>
    <p:extLst>
      <p:ext uri="{BB962C8B-B14F-4D97-AF65-F5344CB8AC3E}">
        <p14:creationId xmlns:p14="http://schemas.microsoft.com/office/powerpoint/2010/main" val="1366152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ED8107F-CAF3-E198-8B53-691654A3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Normalizare date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622D575-E9BB-CB3D-DF75-A1AC9F651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ro-RO" dirty="0"/>
              <a:t>Verificare valori nule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Verificare </a:t>
            </a:r>
            <a:r>
              <a:rPr lang="ro-RO" dirty="0" err="1"/>
              <a:t>distribuţie</a:t>
            </a:r>
            <a:r>
              <a:rPr lang="ro-RO" dirty="0"/>
              <a:t> valori continue(matricea </a:t>
            </a:r>
            <a:r>
              <a:rPr lang="ro-RO" dirty="0" err="1"/>
              <a:t>corelaţiilor</a:t>
            </a:r>
            <a:r>
              <a:rPr lang="ro-RO" dirty="0"/>
              <a:t>)</a:t>
            </a:r>
          </a:p>
          <a:p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26205310-1446-E69D-245B-BD61F5320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226" y="2794541"/>
            <a:ext cx="3691339" cy="3327766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6A7E0CFF-2937-D751-D973-9489C3FB4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098" y="2871761"/>
            <a:ext cx="3783839" cy="325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14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63EB7E1-77E1-5D7E-9846-FE37E0E4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Vizualizare </a:t>
            </a:r>
            <a:r>
              <a:rPr lang="ro-RO" dirty="0" err="1"/>
              <a:t>funcţii</a:t>
            </a:r>
            <a:r>
              <a:rPr lang="ro-RO" dirty="0"/>
              <a:t> de activare 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20FD435-444C-5B66-387F-08B38671F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3600" dirty="0" err="1"/>
              <a:t>Funcţia</a:t>
            </a:r>
            <a:r>
              <a:rPr lang="ro-RO" sz="3600" dirty="0"/>
              <a:t> Sigmoid</a:t>
            </a:r>
          </a:p>
          <a:p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3EA7FD5D-3234-71D3-E1F1-74E494D8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26" y="2649675"/>
            <a:ext cx="4154223" cy="3472632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FF90759B-FE68-85CE-0D52-AD935D4AE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31" y="2649675"/>
            <a:ext cx="4589959" cy="347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4154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B14689B-9498-8C3F-CBC0-B1A39C97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Funcţia</a:t>
            </a:r>
            <a:r>
              <a:rPr lang="ro-RO" dirty="0"/>
              <a:t> </a:t>
            </a:r>
            <a:r>
              <a:rPr lang="ro-RO" dirty="0" err="1"/>
              <a:t>Tanh</a:t>
            </a:r>
            <a:r>
              <a:rPr lang="ro-RO" dirty="0"/>
              <a:t> </a:t>
            </a:r>
            <a:br>
              <a:rPr lang="ro-RO" dirty="0"/>
            </a:b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1825A71-8632-3E67-537B-EAB091743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F186156-D887-5055-F964-5650F814C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46" y="1858891"/>
            <a:ext cx="4768646" cy="4194590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4F731725-39BB-692F-089E-86592D2E4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210" y="1858891"/>
            <a:ext cx="5330501" cy="419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5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80A78A1-CFE8-F70E-7DBD-3C627878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Funcţia</a:t>
            </a:r>
            <a:r>
              <a:rPr lang="ro-RO" dirty="0"/>
              <a:t> </a:t>
            </a:r>
            <a:r>
              <a:rPr lang="ro-RO" dirty="0" err="1"/>
              <a:t>softmax</a:t>
            </a:r>
            <a:endParaRPr lang="ro-RO" dirty="0"/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2B4ECA50-7BEA-8F07-1997-E4544178F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0233" y="1853753"/>
            <a:ext cx="4539630" cy="4294393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FEA3C6D5-04A7-6613-A1DD-74B751559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216" y="1853753"/>
            <a:ext cx="4734146" cy="429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42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20F78E8-6A24-FEFB-4CC0-A5402DAD2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Funcţia</a:t>
            </a:r>
            <a:r>
              <a:rPr lang="ro-RO" dirty="0"/>
              <a:t> </a:t>
            </a:r>
            <a:r>
              <a:rPr lang="ro-RO" dirty="0" err="1"/>
              <a:t>relu</a:t>
            </a:r>
            <a:endParaRPr lang="ro-RO" dirty="0"/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73932464-55F7-F6CA-0FEF-D409DB931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312" y="1853753"/>
            <a:ext cx="4263582" cy="4199727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31510909-9578-36D8-64C9-60682B34D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108" y="1853753"/>
            <a:ext cx="4486072" cy="419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413536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B6F887-232B-A342-5930-BC228465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4000" dirty="0"/>
              <a:t>Vă </a:t>
            </a:r>
            <a:r>
              <a:rPr lang="ro-RO" sz="4000" dirty="0" err="1"/>
              <a:t>mulţumim</a:t>
            </a:r>
            <a:r>
              <a:rPr lang="ro-RO" sz="4000" dirty="0"/>
              <a:t>!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49DA2F0-8972-031C-3AA3-EEEEB3FE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07989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</TotalTime>
  <Words>40</Words>
  <Application>Microsoft Office PowerPoint</Application>
  <PresentationFormat>Ecran lat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Galerie</vt:lpstr>
      <vt:lpstr>Proiect abalone</vt:lpstr>
      <vt:lpstr>Normalizare date</vt:lpstr>
      <vt:lpstr>Vizualizare funcţii de activare </vt:lpstr>
      <vt:lpstr>Funcţia Tanh  </vt:lpstr>
      <vt:lpstr>Funcţia softmax</vt:lpstr>
      <vt:lpstr>Funcţia relu</vt:lpstr>
      <vt:lpstr>Vă mulţumim!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Emilia Seicean</dc:creator>
  <cp:lastModifiedBy>Emilia Seicean</cp:lastModifiedBy>
  <cp:revision>4</cp:revision>
  <dcterms:created xsi:type="dcterms:W3CDTF">2026-04-09T13:22:13Z</dcterms:created>
  <dcterms:modified xsi:type="dcterms:W3CDTF">2026-04-09T13:39:32Z</dcterms:modified>
</cp:coreProperties>
</file>